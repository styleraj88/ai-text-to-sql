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320040" cy="50703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Text To SQL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Premium System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Natural Language → SQL using Artificial Intelligence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548640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3429000"/>
            <a:ext cx="1600200" cy="384048"/>
          </a:xfrm>
          <a:prstGeom prst="roundRect">
            <a:avLst>
              <a:gd name="adj" fmla="val 11905"/>
            </a:avLst>
          </a:prstGeom>
          <a:solidFill>
            <a:srgbClr val="2563E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42900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Flask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0" y="3429000"/>
            <a:ext cx="1600200" cy="384048"/>
          </a:xfrm>
          <a:prstGeom prst="roundRect">
            <a:avLst>
              <a:gd name="adj" fmla="val 11905"/>
            </a:avLst>
          </a:prstGeom>
          <a:solidFill>
            <a:srgbClr val="2563E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342900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Python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023360" y="3429000"/>
            <a:ext cx="1600200" cy="384048"/>
          </a:xfrm>
          <a:prstGeom prst="roundRect">
            <a:avLst>
              <a:gd name="adj" fmla="val 11905"/>
            </a:avLst>
          </a:prstGeom>
          <a:solidFill>
            <a:srgbClr val="2563E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0" y="342900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MySQL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760720" y="3429000"/>
            <a:ext cx="1600200" cy="384048"/>
          </a:xfrm>
          <a:prstGeom prst="roundRect">
            <a:avLst>
              <a:gd name="adj" fmla="val 11905"/>
            </a:avLst>
          </a:prstGeom>
          <a:solidFill>
            <a:srgbClr val="2563E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342900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Ollama Llama3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98080" y="3429000"/>
            <a:ext cx="1600200" cy="384048"/>
          </a:xfrm>
          <a:prstGeom prst="roundRect">
            <a:avLst>
              <a:gd name="adj" fmla="val 11905"/>
            </a:avLst>
          </a:prstGeom>
          <a:solidFill>
            <a:srgbClr val="2563E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0" y="342900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 Powered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4069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Naveen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109728" cy="45079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77240"/>
            <a:ext cx="859536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804672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Text To SQL is a Flask-based intelligent web application that converts natural language questions into SQL queries using AI. Users can ask in English, Telugu, Hindi, or other languages — no SQL knowledge required.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920240"/>
            <a:ext cx="420624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920240"/>
            <a:ext cx="91440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20116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Natural Language Input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38912" y="242316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in plain English, Telugu, Hindi or any language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920240"/>
            <a:ext cx="420624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920240"/>
            <a:ext cx="91440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20116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 Powered (Llama3)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73752" y="242316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Llama3 model reads schema and generates valid MySQL queries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337560"/>
            <a:ext cx="420624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337560"/>
            <a:ext cx="91440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4290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Instant SQL Execution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38912" y="384048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Auto-executes queries on MySQL and returns results in real-time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3337560"/>
            <a:ext cx="420624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3337560"/>
            <a:ext cx="91440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73752" y="34290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Secure &amp; Smart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73752" y="384048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Dangerous query detection + Admin verification + Audit logs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64008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0467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asks: "Show all students with marks greater than 80"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" y="1600200"/>
            <a:ext cx="1325880" cy="1463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64208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642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65176" y="2267712"/>
            <a:ext cx="12527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Language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554480" y="2240280"/>
            <a:ext cx="137160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91640" y="1600200"/>
            <a:ext cx="1325880" cy="1463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03120" y="1664208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16642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728216" y="2267712"/>
            <a:ext cx="12527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to English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017520" y="2240280"/>
            <a:ext cx="137160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54680" y="1600200"/>
            <a:ext cx="1325880" cy="1463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66160" y="1664208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66160" y="16642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191256" y="2267712"/>
            <a:ext cx="12527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DB Schema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80560" y="2240280"/>
            <a:ext cx="137160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17720" y="1600200"/>
            <a:ext cx="1325880" cy="1463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0" y="1664208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16642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654296" y="2267712"/>
            <a:ext cx="12527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Llama3 Generates SQL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43600" y="2240280"/>
            <a:ext cx="137160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80760" y="1600200"/>
            <a:ext cx="1325880" cy="14630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92240" y="1664208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16642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117336" y="2267712"/>
            <a:ext cx="12527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on MySQL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406640" y="2240280"/>
            <a:ext cx="137160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43800" y="1600200"/>
            <a:ext cx="1325880" cy="1463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955280" y="1664208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55280" y="16642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</a:rPr>
              <a:t>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580376" y="2267712"/>
            <a:ext cx="12527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Results + Explain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" y="3200400"/>
            <a:ext cx="4023360" cy="1554480"/>
          </a:xfrm>
          <a:prstGeom prst="rect">
            <a:avLst/>
          </a:prstGeom>
          <a:solidFill>
            <a:srgbClr val="0F172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326440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Generated SQL: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2920" y="3584448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students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marks &gt; 80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marks DESC;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754880" y="3200400"/>
            <a:ext cx="4023360" cy="1554480"/>
          </a:xfrm>
          <a:prstGeom prst="rect">
            <a:avLst/>
          </a:prstGeom>
          <a:solidFill>
            <a:srgbClr val="0F172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326440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Explanation: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92040" y="3584448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all student records where marks are greater than 80, sorted from highest to lowest.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TECHNOLOGIES USED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109728" cy="45079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749808"/>
            <a:ext cx="2084832" cy="420624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749808"/>
            <a:ext cx="2084832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749808"/>
            <a:ext cx="20848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⚙️ Backend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38328" y="141732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Python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8328" y="1847088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Flask Framework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" y="2276856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Flask-Login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" y="2706624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MySQL Connector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" y="3136392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Requests Library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" y="356616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Deep Translator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" y="3995928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LangDetect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8328" y="4425696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ReportLab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441448" y="749808"/>
            <a:ext cx="2084832" cy="420624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41448" y="749808"/>
            <a:ext cx="2084832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41448" y="749808"/>
            <a:ext cx="20848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🤖 AI Engine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551176" y="141732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Ollama Platform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51176" y="1847088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Llama3 AI Model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551176" y="2276856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Natural Language Processing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51176" y="2706624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Schema-aware Query Gen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551176" y="3136392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Multilingual Support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54296" y="749808"/>
            <a:ext cx="2084832" cy="4206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54296" y="749808"/>
            <a:ext cx="2084832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54296" y="749808"/>
            <a:ext cx="20848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🗄️ Database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764024" y="141732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MySQL Server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64024" y="1847088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Dynamic DB Detection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64024" y="2276856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Multi-database Support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64024" y="2706624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Auto Table Discovery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64024" y="3136392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Query Audit Logs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867144" y="749808"/>
            <a:ext cx="2084832" cy="420624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867144" y="749808"/>
            <a:ext cx="2084832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67144" y="749808"/>
            <a:ext cx="20848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🎨 Frontend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976872" y="141732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HTML5 + CSS3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976872" y="1847088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JavaScript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976872" y="2276856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Web Speech API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976872" y="2706624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Font Awesome Icons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976872" y="3136392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Google Fonts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976872" y="356616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Dark/Light Mode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FEATURES — Part 1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4251960" cy="1353312"/>
          </a:xfrm>
          <a:prstGeom prst="rect">
            <a:avLst/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777240"/>
            <a:ext cx="658368" cy="13533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777240"/>
            <a:ext cx="658368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86868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 System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252728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Login, Register, Logout &amp; Password Reset using Flask-Login Manager with session handling and route protection.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777240"/>
            <a:ext cx="4251960" cy="1353312"/>
          </a:xfrm>
          <a:prstGeom prst="rect">
            <a:avLst/>
          </a:prstGeom>
          <a:solidFill>
            <a:srgbClr val="1E293B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777240"/>
            <a:ext cx="658368" cy="13533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777240"/>
            <a:ext cx="658368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40680" y="86868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Text-to-SQL Generator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40680" y="1252728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feature: Reads DB schema, detects tables &amp; columns, then generates valid MySQL queries from plain language questions.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2240280"/>
            <a:ext cx="4251960" cy="1353312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" y="2240280"/>
            <a:ext cx="658368" cy="13533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2240280"/>
            <a:ext cx="658368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60120" y="233172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Database Detection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2715768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Auto-loads all MySQL databases and tables. Users select database dynamically from the dashboard — no hardcoding needed.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2240280"/>
            <a:ext cx="4251960" cy="1353312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2240280"/>
            <a:ext cx="658368" cy="13533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240280"/>
            <a:ext cx="658368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40680" y="233172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Explanation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40680" y="2715768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SQL generation — the AI also explains what each generated query does, in simple English.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" y="3703320"/>
            <a:ext cx="4251960" cy="1353312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8600" y="3703320"/>
            <a:ext cx="658368" cy="13533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3703320"/>
            <a:ext cx="658368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60120" y="379476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Support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60120" y="4178808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English, Telugu, Hindi, Tamil and more. Auto-detects language, translates to English, then sends to AI model.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3703320"/>
            <a:ext cx="4251960" cy="1353312"/>
          </a:xfrm>
          <a:prstGeom prst="rect">
            <a:avLst/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9160" y="3703320"/>
            <a:ext cx="658368" cy="13533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3703320"/>
            <a:ext cx="658368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440680" y="379476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Dangerous SQL Detection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40680" y="4178808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layer blocks DROP, DELETE, ALTER, TRUNCATE commands. Admin verification popup required before execution.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FEATURES — Part 2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4251960" cy="1353312"/>
          </a:xfrm>
          <a:prstGeom prst="rect">
            <a:avLst/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777240"/>
            <a:ext cx="658368" cy="13533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777240"/>
            <a:ext cx="658368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07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86868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Verification Popup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252728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dangerous SQL detected — a popup appears requiring Admin password before execution. Prevents accidental data loss.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777240"/>
            <a:ext cx="4251960" cy="1353312"/>
          </a:xfrm>
          <a:prstGeom prst="rect">
            <a:avLst/>
          </a:prstGeom>
          <a:solidFill>
            <a:srgbClr val="1E293B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777240"/>
            <a:ext cx="658368" cy="13533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777240"/>
            <a:ext cx="658368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40680" y="86868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Query Input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40680" y="1252728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speak their question using the Microphone button. Web Speech API converts voice to text and auto-submits the query.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2240280"/>
            <a:ext cx="4251960" cy="1353312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" y="2240280"/>
            <a:ext cx="658368" cy="13533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2240280"/>
            <a:ext cx="658368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09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60120" y="233172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2715768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metrics: execution time, total rows, query count, success/fail stats, most-used database, AI model and language mode.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2240280"/>
            <a:ext cx="4251960" cy="1353312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2240280"/>
            <a:ext cx="658368" cy="13533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240280"/>
            <a:ext cx="658368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10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40680" y="233172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Audit Logs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40680" y="2715768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activities tracked and stored: Username, question, generated SQL, status and timestamp — useful for monitoring &amp; auditing.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" y="3703320"/>
            <a:ext cx="4251960" cy="1353312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8600" y="3703320"/>
            <a:ext cx="658368" cy="13533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3703320"/>
            <a:ext cx="658368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11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60120" y="379476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Report Generation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60120" y="4178808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downloadable PDF reports with DB name, question, SQL, AI explanation, and result table using ReportLab library.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3703320"/>
            <a:ext cx="4251960" cy="1353312"/>
          </a:xfrm>
          <a:prstGeom prst="rect">
            <a:avLst/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9160" y="3703320"/>
            <a:ext cx="658368" cy="13533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3703320"/>
            <a:ext cx="658368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12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440680" y="379476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 + Dark Mode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40680" y="4178808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results as CSV for data analysis. Toggle Dark/Light theme — preference saved locally in browser storage.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STRUCTURE &amp; INSTALLATION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109728" cy="45079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77240"/>
            <a:ext cx="4114800" cy="4114800"/>
          </a:xfrm>
          <a:prstGeom prst="rect">
            <a:avLst/>
          </a:prstGeom>
          <a:solidFill>
            <a:srgbClr val="0F172A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229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Project Structure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2618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TextToSQL_Project/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6002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app.py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9385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requirements.txt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27685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README.md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61518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.gitignore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9535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templates/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3291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├── index.html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63016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├── login.html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396849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├── register.html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430682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└── forgot_password.html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80467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Installation Steps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1280160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1280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138928" y="12801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Python 3.x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138928" y="1517904"/>
            <a:ext cx="3657600" cy="237744"/>
          </a:xfrm>
          <a:prstGeom prst="rect">
            <a:avLst/>
          </a:prstGeom>
          <a:solidFill>
            <a:srgbClr val="E0F2FE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93792" y="1517904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--version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1938528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19385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138928" y="19385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MySQL Server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138928" y="2176272"/>
            <a:ext cx="3657600" cy="237744"/>
          </a:xfrm>
          <a:prstGeom prst="rect">
            <a:avLst/>
          </a:prstGeom>
          <a:solidFill>
            <a:srgbClr val="E0F2FE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93792" y="217627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 --version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2596896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25968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138928" y="2596896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Ollama + Llama3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138928" y="2834640"/>
            <a:ext cx="3657600" cy="237744"/>
          </a:xfrm>
          <a:prstGeom prst="rect">
            <a:avLst/>
          </a:prstGeom>
          <a:solidFill>
            <a:srgbClr val="E0F2FE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93792" y="283464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pull llama3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3255264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32552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138928" y="325526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Dependencies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138928" y="3493008"/>
            <a:ext cx="3657600" cy="237744"/>
          </a:xfrm>
          <a:prstGeom prst="rect">
            <a:avLst/>
          </a:prstGeom>
          <a:solidFill>
            <a:srgbClr val="E0F2FE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93792" y="3493008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63440" y="3913632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39136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138928" y="39136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Application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138928" y="4151376"/>
            <a:ext cx="3657600" cy="237744"/>
          </a:xfrm>
          <a:prstGeom prst="rect">
            <a:avLst/>
          </a:prstGeom>
          <a:solidFill>
            <a:srgbClr val="E0F2FE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93792" y="4151376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app.py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663440" y="4572000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63440" y="4572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138928" y="45720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 Browser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138928" y="4809744"/>
            <a:ext cx="3657600" cy="237744"/>
          </a:xfrm>
          <a:prstGeom prst="rect">
            <a:avLst/>
          </a:prstGeom>
          <a:solidFill>
            <a:srgbClr val="E0F2FE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93792" y="4809744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http://127.0.0.1:5000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FUTURE IMPROVEMENTS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2834640" cy="1600200"/>
          </a:xfrm>
          <a:prstGeom prst="rect">
            <a:avLst/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777240"/>
            <a:ext cx="283464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7772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👥  User Roles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353312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Editor, Viewer role-based access control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46120" y="777240"/>
            <a:ext cx="2834640" cy="1600200"/>
          </a:xfrm>
          <a:prstGeom prst="rect">
            <a:avLst/>
          </a:prstGeom>
          <a:solidFill>
            <a:srgbClr val="1E293B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777240"/>
            <a:ext cx="283464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7772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🔐  Better Password Encryption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1353312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bcrypt hashing and 2-factor authentication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63640" y="777240"/>
            <a:ext cx="2834640" cy="160020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777240"/>
            <a:ext cx="283464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7772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📊  Charts &amp; Analytics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1353312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graphs for query results and usage statistics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28600" y="2606040"/>
            <a:ext cx="2834640" cy="160020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2606040"/>
            <a:ext cx="2834640" cy="5029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26060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☁️  Cloud Deployment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3182112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 AWS, Azure or Google Cloud for remote access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46120" y="2606040"/>
            <a:ext cx="2834640" cy="160020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46120" y="2606040"/>
            <a:ext cx="283464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26060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🤖  AI Model Selection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83280" y="3182112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users to choose between different AI models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63640" y="2606040"/>
            <a:ext cx="2834640" cy="1600200"/>
          </a:xfrm>
          <a:prstGeom prst="rect">
            <a:avLst/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63640" y="2606040"/>
            <a:ext cx="283464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26060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🔗  API Integration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0" y="3182112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for third-party applications integration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3152"/>
            <a:ext cx="320040" cy="50017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8046720" cy="42062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52728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AI Text To SQL eliminates the need for manual SQL writing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728216"/>
            <a:ext cx="8046720" cy="420624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746504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Multilingual support makes it accessible to all users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221992"/>
            <a:ext cx="8046720" cy="42062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24028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Security features protect databases from accidental damage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715768"/>
            <a:ext cx="8046720" cy="420624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734056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Rich dashboard and audit logs improve monitoring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3209544"/>
            <a:ext cx="8046720" cy="42062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22783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Voice input and PDF/CSV export add real-world utility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371600" y="3840480"/>
            <a:ext cx="6400800" cy="822960"/>
          </a:xfrm>
          <a:prstGeom prst="rect">
            <a:avLst/>
          </a:prstGeom>
          <a:solidFill>
            <a:srgbClr val="2563EB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384048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Thank You! Questions are Welcome 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716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Presented by Naveen  |  AI Text To SQL Premium System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Text To SQL Premium System</dc:title>
  <dc:subject>PptxGenJS Presentation</dc:subject>
  <dc:creator>PptxGenJS</dc:creator>
  <cp:lastModifiedBy>PptxGenJS</cp:lastModifiedBy>
  <cp:revision>1</cp:revision>
  <dcterms:created xsi:type="dcterms:W3CDTF">2026-06-04T09:52:38Z</dcterms:created>
  <dcterms:modified xsi:type="dcterms:W3CDTF">2026-06-04T09:52:38Z</dcterms:modified>
</cp:coreProperties>
</file>